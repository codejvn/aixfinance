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423160"/>
            <a:ext cx="12188952" cy="36576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KAPPA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603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D1FAD1"/>
                </a:solidFill>
              </a:rPr>
              <a:t>Actor-Critic Multi-Agent Trading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46120"/>
            <a:ext cx="12188952" cy="36576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4290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CA3AF"/>
                </a:solidFill>
              </a:rPr>
              <a:t>Perpetuals  ·  Crypto  ·  Real World Assets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080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Cross-Model Adversarial Ensemble  |  Claude × GPT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is Kappa?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5029200" cy="27432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Kappa is a consumer-facing web application that uses a Cross-Model Adversarial Ensemble to generate risk-adjusted thematic trading portfolios for perpetuals, crypto, and real-world assets.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>
                <a:solidFill>
                  <a:srgbClr val="FFFFFF"/>
                </a:solidFill>
              </a:rPr>
              <a:t>•  User defines a theme: AI, DeFi, Layer-1s, Geopolitics, or any custom topic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FFFFF"/>
                </a:solidFill>
              </a:rPr>
              <a:t>•  AI agents research the market in real time using live news and price data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FFFFF"/>
                </a:solidFill>
              </a:rPr>
              <a:t>•  Two AI models (Claude + GPT) compete to produce the optimal portfolio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FFFFF"/>
                </a:solidFill>
              </a:rPr>
              <a:t>•  A Risk Analyst synthesises the best ideas into a final executable strategy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FFFFF"/>
                </a:solidFill>
              </a:rPr>
              <a:t>•  The strategy is back-tested and presented with full performance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200400" cy="27432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0" y="1600200"/>
            <a:ext cx="27432" cy="4389120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1FAD1"/>
                </a:solidFill>
              </a:rPr>
              <a:t>For Retail Investors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FFFFFF"/>
                </a:solidFill>
              </a:rPr>
              <a:t>•  No access to institutional-grade research tools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FFFFFF"/>
                </a:solidFill>
              </a:rPr>
              <a:t>•  Overwhelmed by market noise and conflicting signals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FFFFFF"/>
                </a:solidFill>
              </a:rPr>
              <a:t>•  Risk management is manual and error-prone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FFFFFF"/>
                </a:solidFill>
              </a:rPr>
              <a:t>•  No systematic way to translate a thesis into a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00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1FAD1"/>
                </a:solidFill>
              </a:rPr>
              <a:t>The Old 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4884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FFFFFF"/>
                </a:solidFill>
              </a:rPr>
              <a:t>•  Single AI model = single point of bias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FFFFFF"/>
                </a:solidFill>
              </a:rPr>
              <a:t>•  No adversarial stress-testing of ideas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FFFFFF"/>
                </a:solidFill>
              </a:rPr>
              <a:t>•  Static portfolios with no back-test validation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FFFFFF"/>
                </a:solidFill>
              </a:rPr>
              <a:t>•  No sentiment + price data synthesis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Architecture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5029200" cy="27432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402336" cy="402336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1FAD1"/>
                </a:solidFill>
              </a:rPr>
              <a:t>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691640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Theme + risk tolerance entered via the Streamlit UI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0008"/>
            <a:ext cx="402336" cy="402336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5000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5000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1FAD1"/>
                </a:solidFill>
              </a:rPr>
              <a:t>Data Gathering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350008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Live news via Tavily &amp; NewsAPI  ·  Price/volume via yfinance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008376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1FAD1"/>
                </a:solidFill>
              </a:rPr>
              <a:t>Sentiment Synthesis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008376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NLP sentiment scored per article → unified JSON context block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66744"/>
            <a:ext cx="402336" cy="402336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66674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666744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1FAD1"/>
                </a:solidFill>
              </a:rPr>
              <a:t>Actor Arena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666744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Claude Actor &amp; GPT Actor each propose independent trade 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25112"/>
            <a:ext cx="402336" cy="402336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25112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2511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1FAD1"/>
                </a:solidFill>
              </a:rPr>
              <a:t>Critic Arena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325112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Claude Critic attacks GPT  ·  GPT Critic attacks Claude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83480"/>
            <a:ext cx="402336" cy="402336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98348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983480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1FAD1"/>
                </a:solidFill>
              </a:rPr>
              <a:t>Risk Analyst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983480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Final LLM synthesises the best logic → execution JSON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641848"/>
            <a:ext cx="402336" cy="402336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64184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64184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1FAD1"/>
                </a:solidFill>
              </a:rPr>
              <a:t>Backtesting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5641848"/>
            <a:ext cx="8229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Portfolio simulated against historical data → equity curve &amp;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Actor-Critic Arena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5029200" cy="27432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5029200" cy="2148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029200" cy="64008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1FAD1"/>
                </a:solidFill>
              </a:rPr>
              <a:t>Claude (Anthropic)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FFFFFF"/>
                </a:solidFill>
              </a:rPr>
              <a:t>•  Actor: proposes Long/Short trades with leverage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FFFFFF"/>
                </a:solidFill>
              </a:rPr>
              <a:t>•  Critic: stress-tests GPT portfolio for risk flaws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2286000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C5F2E"/>
                </a:solidFill>
              </a:rPr>
              <a:t>VS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691640"/>
            <a:ext cx="5029200" cy="2148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691640"/>
            <a:ext cx="5029200" cy="64008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828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1FAD1"/>
                </a:solidFill>
              </a:rPr>
              <a:t>GPT (via Dedalus Labs)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33172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FFFFFF"/>
                </a:solidFill>
              </a:rPr>
              <a:t>•  Actor: proposes competing trade set independently</a:t>
            </a:r>
          </a:p>
          <a:p>
            <a:pPr>
              <a:spcAft>
                <a:spcPts val="500"/>
              </a:spcAft>
            </a:pPr>
            <a:r>
              <a:rPr sz="1600">
                <a:solidFill>
                  <a:srgbClr val="FFFFFF"/>
                </a:solidFill>
              </a:rPr>
              <a:t>•  Critic: stress-tests Claude portfolio for risk flaws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8404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5F2E"/>
                </a:solidFill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8404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C5F2E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4251960"/>
            <a:ext cx="7589520" cy="1828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4251960"/>
            <a:ext cx="7589520" cy="64008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1FAD1"/>
                </a:solidFill>
              </a:rPr>
              <a:t>Risk Analyst (Final Layer)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892040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Reviews both proposals + critiques → synthesises best logic → outputs execution JSON (Asset, Direction, Leverage, Stop-Loss, Allocation 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200400" cy="27432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74520"/>
            <a:ext cx="91440" cy="256032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FAD1"/>
                </a:solidFill>
              </a:rPr>
              <a:t>Tavily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83080"/>
            <a:ext cx="8549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Deep-search news retrieval, advanced relevancy ranking, real-time context for any theme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97480"/>
            <a:ext cx="91440" cy="256032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FAD1"/>
                </a:solidFill>
              </a:rPr>
              <a:t>NewsAPI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06040"/>
            <a:ext cx="8549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Broad news coverage, 7-day rolling window, sorted by relevancy, deduplicated against Tavily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20440"/>
            <a:ext cx="91440" cy="256032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29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FAD1"/>
                </a:solidFill>
              </a:rPr>
              <a:t>yfinance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429000"/>
            <a:ext cx="8549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OHLCV price data, 30/90/180-day lookback, volatility, returns, and average volume per ticker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43400"/>
            <a:ext cx="91440" cy="256032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FAD1"/>
                </a:solidFill>
              </a:rPr>
              <a:t>Anthropic SDK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251960"/>
            <a:ext cx="8549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Direct Claude API calls via the official anthropic Python SDK for both Actor and Critic roles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166360"/>
            <a:ext cx="91440" cy="256032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74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FAD1"/>
                </a:solidFill>
              </a:rPr>
              <a:t>Dedalus Labs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074920"/>
            <a:ext cx="8549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CA3AF"/>
                </a:solidFill>
              </a:rPr>
              <a:t>OpenAI-compatible proxy endpoint for GPT models, initialised via openai SDK with custom base_url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657600" cy="27432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606040" cy="4389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606040" cy="64008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FAD1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•  Streamlit (Python)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•  Custom CSS dark BRG theme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•  Plotly (equity curves)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606040" cy="4389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828800"/>
            <a:ext cx="2606040" cy="64008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FAD1"/>
                </a:solidFill>
              </a:rPr>
              <a:t>AI / LLMs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51460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•  Claude via Anthropic SDK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•  GPT via OpenAI + Dedalus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•  Adversarial multi-agent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828800"/>
            <a:ext cx="2606040" cy="4389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828800"/>
            <a:ext cx="2606040" cy="64008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FAD1"/>
                </a:solidFill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51460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•  Tavily API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•  NewsAPI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•  yfinance OHLCV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1828800"/>
            <a:ext cx="2606040" cy="4389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09760" y="1828800"/>
            <a:ext cx="2606040" cy="64008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FAD1"/>
                </a:solidFill>
              </a:rPr>
              <a:t>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251460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•  Actor-Critic pattern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•  JSON-strict outputs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•  Session-state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User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657600" cy="27432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1005840" cy="566928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005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19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1FAD1"/>
                </a:solidFill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874519"/>
            <a:ext cx="74980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Choose a theme (AI, DeFi, custom...), set risk appetite and investment horizon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4128" y="2441447"/>
            <a:ext cx="54864" cy="438912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898647"/>
            <a:ext cx="1005840" cy="566928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98647"/>
            <a:ext cx="1005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898647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1FAD1"/>
                </a:solidFill>
              </a:rPr>
              <a:t>Market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898647"/>
            <a:ext cx="74980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Live sentiment badge, asset snapshot table, and source headlines appear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" y="3465575"/>
            <a:ext cx="54864" cy="438912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22775"/>
            <a:ext cx="1005840" cy="566928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22775"/>
            <a:ext cx="1005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922775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1FAD1"/>
                </a:solidFill>
              </a:rPr>
              <a:t>Agent Arena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922775"/>
            <a:ext cx="74980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Claude and GPT actors propose portfolios, critics challenge each other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" y="4489703"/>
            <a:ext cx="54864" cy="438912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46903"/>
            <a:ext cx="1005840" cy="566928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946903"/>
            <a:ext cx="1005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946903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1FAD1"/>
                </a:solidFill>
              </a:rPr>
              <a:t>Backtest &amp;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946903"/>
            <a:ext cx="74980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Equity curve, win rate, max drawdown, and written AI performance insight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128" y="5513831"/>
            <a:ext cx="54864" cy="438912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"/>
            <a:ext cx="12188952" cy="36576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286000" cy="27432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606040" cy="4663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606040" cy="64008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7A40"/>
                </a:solidFill>
              </a:rPr>
              <a:t>Phase 1 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FAD1"/>
                </a:solidFill>
              </a:rPr>
              <a:t>Data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2377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•  Tavily + NewsAPI ingestion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•  yfinance price data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•  Sentiment synthesis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828800"/>
            <a:ext cx="2606040" cy="4663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828800"/>
            <a:ext cx="2606040" cy="64008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7A40"/>
                </a:solidFill>
              </a:rPr>
              <a:t>Phase 2 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1FAD1"/>
                </a:solidFill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926080"/>
            <a:ext cx="2377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•  Dark BRG Streamlit UI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•  Single-page scroll layout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•  Custom theme input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828800"/>
            <a:ext cx="2606040" cy="4663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606040" cy="640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CA3AF"/>
                </a:solidFill>
              </a:rPr>
              <a:t>Phase 3 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Agent Arena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926080"/>
            <a:ext cx="2377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9CA3AF"/>
                </a:solidFill>
              </a:rPr>
              <a:t>•  Claude + GPT Actors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9CA3AF"/>
                </a:solidFill>
              </a:rPr>
              <a:t>•  Cross-model critic layer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9CA3AF"/>
                </a:solidFill>
              </a:rPr>
              <a:t>•  Risk Analyst synthesis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60" y="1828800"/>
            <a:ext cx="2606040" cy="4663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9760" y="1828800"/>
            <a:ext cx="2606040" cy="640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CA3AF"/>
                </a:solidFill>
              </a:rPr>
              <a:t>Phase 4 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377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Backtesting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926080"/>
            <a:ext cx="2377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9CA3AF"/>
                </a:solidFill>
              </a:rPr>
              <a:t>•  Paper-trading simulation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9CA3AF"/>
                </a:solidFill>
              </a:rPr>
              <a:t>•  Equity curve (Plotly)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9CA3AF"/>
                </a:solidFill>
              </a:rPr>
              <a:t>•  Sharpe / drawdown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880360"/>
            <a:ext cx="12188952" cy="36576"/>
          </a:xfrm>
          <a:prstGeom prst="rect">
            <a:avLst/>
          </a:prstGeom>
          <a:solidFill>
            <a:srgbClr val="2C5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KAPPA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0175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D1FAD1"/>
                </a:solidFill>
              </a:rPr>
              <a:t>Built for the next generation of algorithmic traders.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794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Actor-Critic  ·  Cross-Model  ·  Real-Time  ·  Risk-Adjusted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